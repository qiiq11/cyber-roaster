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61" r:id="rId5"/>
    <p:sldId id="258" r:id="rId6"/>
    <p:sldId id="259" r:id="rId7"/>
    <p:sldId id="260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08" autoAdjust="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25" y="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0" y="2286000"/>
            <a:ext cx="94183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F172A"/>
                </a:solidFill>
                <a:latin typeface="Microsoft YaHei"/>
                <a:ea typeface="Microsoft YaHei"/>
              </a:rPr>
              <a:t>Cyber-Roaster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56616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0">
                <a:solidFill>
                  <a:srgbClr val="1F2937"/>
                </a:solidFill>
                <a:latin typeface="Microsoft YaHei"/>
                <a:ea typeface="Microsoft YaHei"/>
              </a:rPr>
              <a:t>幽默代码嘴替 · 赛博复盘会梗图生成器</a:t>
            </a:r>
          </a:p>
        </p:txBody>
      </p:sp>
      <p:sp>
        <p:nvSpPr>
          <p:cNvPr id="4" name="Rectangle 3"/>
          <p:cNvSpPr/>
          <p:nvPr/>
        </p:nvSpPr>
        <p:spPr>
          <a:xfrm>
            <a:off x="4727448" y="4663440"/>
            <a:ext cx="914400" cy="7315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715000" y="4663440"/>
            <a:ext cx="914400" cy="73152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6702552" y="4663440"/>
            <a:ext cx="914400" cy="731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E3638557-30C0-12BC-9B3C-1E2BCA08C33F}"/>
              </a:ext>
            </a:extLst>
          </p:cNvPr>
          <p:cNvSpPr txBox="1"/>
          <p:nvPr/>
        </p:nvSpPr>
        <p:spPr>
          <a:xfrm>
            <a:off x="4962698" y="5212080"/>
            <a:ext cx="2047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姓名：张琪</a:t>
            </a:r>
            <a:endParaRPr lang="en-US" altLang="zh-CN" dirty="0"/>
          </a:p>
          <a:p>
            <a:r>
              <a:rPr lang="zh-CN" altLang="en-US" dirty="0"/>
              <a:t>学号：</a:t>
            </a:r>
            <a:r>
              <a:rPr lang="en-US" altLang="zh-CN" dirty="0"/>
              <a:t>9109223062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项目简介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400800" cy="21901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基于大语言模型的代码智能评审</a:t>
            </a:r>
            <a:endParaRPr sz="1800" b="0" dirty="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量化「程序员崩溃指数」评分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自动合成评审结果表情包</a:t>
            </a:r>
          </a:p>
          <a:p>
            <a:pPr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改善团队代码评审协作氛围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技术架构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后端 FastAPI + Pydantic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前端 React + Vite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AI 兼容接口接入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数据库 SQLite 可切换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CI 自动化测试流水线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792CD839-F016-CBE6-195E-BD7E2F29FE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6675" y="1093267"/>
            <a:ext cx="7972425" cy="499320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统计面板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评审总数实时展示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混乱度平均值统计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提交与梗图计数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数据库聚合查询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2D7C5383-ED73-FE36-4AB8-7BFC53B4B6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1280" y="1616456"/>
            <a:ext cx="7132602" cy="25593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核心功能 1：AI 代码评审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提交代码生成幽默评语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返回评分与改进建议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AST 反幻觉锚点约束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多语言代码解析支持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39319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  <a:ea typeface="Microsoft YaHei"/>
              </a:rPr>
              <a:t>配图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DF275F02-D881-A7B2-D588-2AB12C1169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8629" y="1178687"/>
            <a:ext cx="6584251" cy="532358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核心功能 2：GitHub 提交分析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400800" cy="1599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 dirty="0">
                <a:solidFill>
                  <a:srgbClr val="1F2937"/>
                </a:solidFill>
                <a:latin typeface="Microsoft YaHei"/>
                <a:ea typeface="Microsoft YaHei"/>
              </a:rPr>
              <a:t>·  </a:t>
            </a:r>
            <a:r>
              <a:rPr sz="1800" b="0" dirty="0" err="1">
                <a:solidFill>
                  <a:srgbClr val="1F2937"/>
                </a:solidFill>
                <a:latin typeface="Microsoft YaHei"/>
                <a:ea typeface="Microsoft YaHei"/>
              </a:rPr>
              <a:t>拉取提交</a:t>
            </a:r>
            <a:r>
              <a:rPr sz="1800" b="0" dirty="0">
                <a:solidFill>
                  <a:srgbClr val="1F2937"/>
                </a:solidFill>
                <a:latin typeface="Microsoft YaHei"/>
                <a:ea typeface="Microsoft YaHei"/>
              </a:rPr>
              <a:t> Diff </a:t>
            </a:r>
            <a:r>
              <a:rPr sz="1800" b="0" dirty="0" err="1">
                <a:solidFill>
                  <a:srgbClr val="1F2937"/>
                </a:solidFill>
                <a:latin typeface="Microsoft YaHei"/>
                <a:ea typeface="Microsoft YaHei"/>
              </a:rPr>
              <a:t>分析</a:t>
            </a:r>
            <a:endParaRPr sz="1800" b="0" dirty="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 dirty="0">
                <a:solidFill>
                  <a:srgbClr val="1F2937"/>
                </a:solidFill>
                <a:latin typeface="Microsoft YaHei"/>
                <a:ea typeface="Microsoft YaHei"/>
              </a:rPr>
              <a:t>·  </a:t>
            </a:r>
            <a:r>
              <a:rPr sz="1800" b="0" dirty="0" err="1">
                <a:solidFill>
                  <a:srgbClr val="1F2937"/>
                </a:solidFill>
                <a:latin typeface="Microsoft YaHei"/>
                <a:ea typeface="Microsoft YaHei"/>
              </a:rPr>
              <a:t>统计文件增删行数</a:t>
            </a:r>
            <a:endParaRPr sz="1800" b="0" dirty="0">
              <a:solidFill>
                <a:srgbClr val="1F2937"/>
              </a:solidFill>
              <a:latin typeface="Microsoft YaHei"/>
              <a:ea typeface="Microsoft YaHei"/>
            </a:endParaRP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 dirty="0">
                <a:solidFill>
                  <a:srgbClr val="1F2937"/>
                </a:solidFill>
                <a:latin typeface="Microsoft YaHei"/>
                <a:ea typeface="Microsoft YaHei"/>
              </a:rPr>
              <a:t>·  </a:t>
            </a:r>
            <a:r>
              <a:rPr sz="1800" b="0" dirty="0" err="1">
                <a:solidFill>
                  <a:srgbClr val="1F2937"/>
                </a:solidFill>
                <a:latin typeface="Microsoft YaHei"/>
                <a:ea typeface="Microsoft YaHei"/>
              </a:rPr>
              <a:t>签名校验保证安全</a:t>
            </a:r>
            <a:endParaRPr sz="1800" b="0" dirty="0">
              <a:solidFill>
                <a:srgbClr val="1F2937"/>
              </a:solidFill>
              <a:latin typeface="Microsoft YaHei"/>
              <a:ea typeface="Microsoft YaHei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39319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  <a:ea typeface="Microsoft YaHei"/>
              </a:rPr>
              <a:t>配图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F95AB83B-025A-F46D-CBD6-891D2B055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5285" y="1737360"/>
            <a:ext cx="6637595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7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40080" y="502920"/>
            <a:ext cx="109728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</a:rPr>
              <a:t>核心功能 3：梗图生成</a:t>
            </a:r>
          </a:p>
        </p:txBody>
      </p:sp>
      <p:sp>
        <p:nvSpPr>
          <p:cNvPr id="3" name="Rectangle 2"/>
          <p:cNvSpPr/>
          <p:nvPr/>
        </p:nvSpPr>
        <p:spPr>
          <a:xfrm>
            <a:off x="685800" y="1280160"/>
            <a:ext cx="1280160" cy="54864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400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调用免费 Meme API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预设热门表情模板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失败自动降级自绘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800" b="0">
                <a:solidFill>
                  <a:srgbClr val="1F2937"/>
                </a:solidFill>
                <a:latin typeface="Microsoft YaHei"/>
                <a:ea typeface="Microsoft YaHei"/>
              </a:rPr>
              <a:t>·  支持预览下载 PNG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589520" y="1737360"/>
            <a:ext cx="3931920" cy="42062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1D5D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600" b="0">
                <a:solidFill>
                  <a:srgbClr val="9CA3AF"/>
                </a:solidFill>
                <a:latin typeface="Microsoft YaHei"/>
                <a:ea typeface="Microsoft YaHei"/>
              </a:rPr>
              <a:t>配图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5258C569-5485-498F-A947-E6A074E865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113" y="1199515"/>
            <a:ext cx="5837487" cy="515556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9月12日">
            <a:hlinkClick r:id="" action="ppaction://media"/>
            <a:extLst>
              <a:ext uri="{FF2B5EF4-FFF2-40B4-BE49-F238E27FC236}">
                <a16:creationId xmlns:a16="http://schemas.microsoft.com/office/drawing/2014/main" id="{D31EFAA9-4F25-3E3D-5AB9-8DBED6CDFFE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624798" y="188912"/>
            <a:ext cx="10942404" cy="6480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26429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394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593</TotalTime>
  <Words>100</Words>
  <Application>Microsoft Office PowerPoint</Application>
  <PresentationFormat>宽屏</PresentationFormat>
  <Paragraphs>37</Paragraphs>
  <Slides>8</Slides>
  <Notes>0</Notes>
  <HiddenSlides>0</HiddenSlides>
  <MMClips>1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2" baseType="lpstr">
      <vt:lpstr>Microsoft YaHei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琪 张</cp:lastModifiedBy>
  <cp:revision>6</cp:revision>
  <dcterms:created xsi:type="dcterms:W3CDTF">2013-01-27T09:14:16Z</dcterms:created>
  <dcterms:modified xsi:type="dcterms:W3CDTF">2026-09-13T07:55:35Z</dcterms:modified>
  <cp:category/>
</cp:coreProperties>
</file>